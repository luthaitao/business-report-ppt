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95728"/>
            <a:ext cx="109728" cy="178308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202022"/>
                </a:solidFill>
                <a:latin typeface="微软雅黑"/>
                <a:ea typeface="微软雅黑"/>
              </a:rPr>
              <a:t>季度业务汇报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9300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68687"/>
                </a:solidFill>
                <a:latin typeface="微软雅黑"/>
                <a:ea typeface="微软雅黑"/>
              </a:rPr>
              <a:t>2026年第三季度经营分析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汇报人：张明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日期：2026年10月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02022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426464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3246120"/>
            <a:ext cx="50292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84831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经营业绩回顾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9184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关键指标分析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71416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498848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下季度工作计划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BE100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47872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02022"/>
                </a:solidFill>
                <a:latin typeface="微软雅黑"/>
                <a:ea typeface="微软雅黑"/>
              </a:rPr>
              <a:t>经营业绩回顾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434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7"/>
                </a:solidFill>
                <a:latin typeface="微软雅黑"/>
                <a:ea typeface="微软雅黑"/>
              </a:rPr>
              <a:t>BUSINESS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2"/>
                </a:solidFill>
                <a:latin typeface="微软雅黑"/>
                <a:ea typeface="微软雅黑"/>
              </a:rPr>
              <a:t>本季度经营概况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16736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营收规模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营业收入18.6亿元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同比增长18%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创单季历史新高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79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盈利水平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毛利率34.2%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环比提升1.1个百分点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三项费用率下降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市场覆盖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新增签约客户46家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覆盖华东华南主要区域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渠道伙伴达120家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微软雅黑"/>
                <a:ea typeface="微软雅黑"/>
              </a:rPr>
              <a:t>2026Q3 · 经营分析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2"/>
                </a:solidFill>
                <a:latin typeface="微软雅黑"/>
                <a:ea typeface="微软雅黑"/>
              </a:rPr>
              <a:t>关键指标一览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16736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BE1007"/>
                </a:solidFill>
                <a:latin typeface="微软雅黑"/>
                <a:ea typeface="微软雅黑"/>
              </a:rPr>
              <a:t>18.6%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68687"/>
                </a:solidFill>
                <a:latin typeface="微软雅黑"/>
                <a:ea typeface="微软雅黑"/>
              </a:rPr>
              <a:t>营收同比增长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2194560"/>
            <a:ext cx="10972" cy="265176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22128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34.2%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86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毛利率,环比+1.1pct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1729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46家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246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新增签约客户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133087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206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重点客户续约率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微软雅黑"/>
                <a:ea typeface="微软雅黑"/>
              </a:rPr>
              <a:t>口径:2026Q3 vs 2025Q3,未经审计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33288" y="2304288"/>
            <a:ext cx="73152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02022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68687"/>
                </a:solidFill>
                <a:latin typeface="微软雅黑"/>
                <a:ea typeface="微软雅黑"/>
              </a:rPr>
              <a:t>THANKS FOR WATCHING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